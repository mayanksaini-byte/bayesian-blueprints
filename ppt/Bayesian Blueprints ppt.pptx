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8" r:id="rId2"/>
    <p:sldId id="269" r:id="rId3"/>
    <p:sldId id="270" r:id="rId4"/>
    <p:sldId id="271" r:id="rId5"/>
    <p:sldId id="272" r:id="rId6"/>
    <p:sldId id="275" r:id="rId7"/>
    <p:sldId id="273" r:id="rId8"/>
    <p:sldId id="274" r:id="rId9"/>
    <p:sldId id="276" r:id="rId10"/>
    <p:sldId id="277" r:id="rId11"/>
    <p:sldId id="278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5" d="100"/>
          <a:sy n="75" d="100"/>
        </p:scale>
        <p:origin x="902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DCC7FE-570C-E458-FDB9-FD08FA64BD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00AC3B-0272-6F43-D445-1109F7EB47F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110C22-AC17-F10B-4519-F81B7F23B4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53DC7-116F-498C-AB14-CF4B90C94572}" type="datetimeFigureOut">
              <a:rPr lang="en-IN" smtClean="0"/>
              <a:t>08-09-2026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38BCAF-3483-B470-1968-20EB7C3798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D12155-C61E-79D2-9EAB-87150F88C7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427A60-D3F2-4719-B52D-DCC71AF58FBA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896469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86B468-6322-028D-988C-FD8A29BAE1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2215B0-3B4D-BD84-684A-572A270B56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ED59C9-4F4E-9D34-A716-12E1487B3F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53DC7-116F-498C-AB14-CF4B90C94572}" type="datetimeFigureOut">
              <a:rPr lang="en-IN" smtClean="0"/>
              <a:t>08-09-2026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708458-BA70-F977-A3E9-E4BCD88493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3A6AE7-6FE4-8D47-29EA-F513BD9E6F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427A60-D3F2-4719-B52D-DCC71AF58FBA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512458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D314D0-092F-C38A-FEC8-DEC7282844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8D4C97-FEE7-A342-B977-AB85688226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9EE98F-A7EF-31B0-D842-8FED73006F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53DC7-116F-498C-AB14-CF4B90C94572}" type="datetimeFigureOut">
              <a:rPr lang="en-IN" smtClean="0"/>
              <a:t>08-09-2026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208E15-77D4-879E-7720-6AB2145632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925366-A491-1FCD-2D40-138035586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427A60-D3F2-4719-B52D-DCC71AF58FBA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904810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9416F3-BCA4-B9D1-FDB1-69C6C1CE8B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E28E78-B549-4107-1C53-3B99A1E18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F5DDA5-6900-A722-D969-04C48AA5AA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75E949-710D-48E8-E905-EFA9E6A61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53DC7-116F-498C-AB14-CF4B90C94572}" type="datetimeFigureOut">
              <a:rPr lang="en-IN" smtClean="0"/>
              <a:t>08-09-2026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622BA6-8000-750E-E448-4A1DBEF2DA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F67EC9-0791-DBBE-DD1C-F2FC8D2381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427A60-D3F2-4719-B52D-DCC71AF58FBA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767612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D72CFA-902D-19E5-E83B-B4D340F3DE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875EB2-5754-E195-7738-22100DA6EA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F8A1F10-969E-A340-A110-5105507106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883B133-3076-AF70-27D1-88A63CE2625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CE27F2D-19A0-198A-232A-969DE40C362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A994022-1636-0874-7248-2F21B93DBD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53DC7-116F-498C-AB14-CF4B90C94572}" type="datetimeFigureOut">
              <a:rPr lang="en-IN" smtClean="0"/>
              <a:t>08-09-2026</a:t>
            </a:fld>
            <a:endParaRPr lang="en-IN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102E955-B150-084A-49C9-1CB700F25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DF46096-AF7A-C087-29EF-E77139CF73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427A60-D3F2-4719-B52D-DCC71AF58FBA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894199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190BE-0B38-73E1-2B10-2F67483245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EE33A3C-19E4-A508-CAC8-25160CEB70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53DC7-116F-498C-AB14-CF4B90C94572}" type="datetimeFigureOut">
              <a:rPr lang="en-IN" smtClean="0"/>
              <a:t>08-09-2026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800F0DB-444F-88B4-AFEC-A7C708CC43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E99C818-4C91-08CD-CA94-C902F6430A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427A60-D3F2-4719-B52D-DCC71AF58FBA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20205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58CDCC-B0CF-6268-32A2-19F2B5CABD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53DC7-116F-498C-AB14-CF4B90C94572}" type="datetimeFigureOut">
              <a:rPr lang="en-IN" smtClean="0"/>
              <a:t>08-09-2026</a:t>
            </a:fld>
            <a:endParaRPr lang="en-IN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C9C8351-3C74-2E0F-2490-99096B909E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7043AF-43F4-328A-AD64-46AB65A925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427A60-D3F2-4719-B52D-DCC71AF58FBA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872519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052E32-CB9C-E986-1F2B-A01B8A69F0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004056-978F-F426-15C4-14C670B6EC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E4A676E-2A40-CA20-6462-2BB6674872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93BBE5-F056-1BCC-77F7-A9B0F858FE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53DC7-116F-498C-AB14-CF4B90C94572}" type="datetimeFigureOut">
              <a:rPr lang="en-IN" smtClean="0"/>
              <a:t>08-09-2026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650528-0BFD-7023-8AC2-1791677931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EEA344-6432-0B12-EA0D-30E1D7AF0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427A60-D3F2-4719-B52D-DCC71AF58FBA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966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289463-E2CB-783A-8C68-6A8F5798F6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B6EA19E-6782-7E9B-833D-2A9F4DB06DA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6A7A0A-0FA2-3E3B-996F-FE72E2F5C3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9107445-7023-8A36-73E5-B2C974750F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53DC7-116F-498C-AB14-CF4B90C94572}" type="datetimeFigureOut">
              <a:rPr lang="en-IN" smtClean="0"/>
              <a:t>08-09-2026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4390307-8AEB-0975-33A8-7A6DF99B6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F9EE07-09F1-08AA-DBB0-7DDFA848B7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427A60-D3F2-4719-B52D-DCC71AF58FBA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861097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DC445F-3EC8-3232-BA7B-769ED25E6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9B14AEF-73A4-B4BE-D029-D8575031ADA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531352-00F9-7949-45ED-7C30BF1BFB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53DC7-116F-498C-AB14-CF4B90C94572}" type="datetimeFigureOut">
              <a:rPr lang="en-IN" smtClean="0"/>
              <a:t>08-09-2026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F3F96D-BBD1-C9E0-7DA6-2C4F766AAD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34B2DE-CE66-5003-C9B5-C23846CFCE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427A60-D3F2-4719-B52D-DCC71AF58FBA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674987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1F5E715-4389-BE04-320D-EDC1276718F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3116A48-769D-01D4-54DC-0904FE70A1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9C864F-88D1-04F9-0480-F5DB961AE1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53DC7-116F-498C-AB14-CF4B90C94572}" type="datetimeFigureOut">
              <a:rPr lang="en-IN" smtClean="0"/>
              <a:t>08-09-2026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4E2CA8-DB5D-86DA-5B8E-D77157086F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A0F0ED-F754-0E86-92AC-6F31C4F41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427A60-D3F2-4719-B52D-DCC71AF58FBA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403347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9512C02-9EB4-D6E4-1ADB-2D00AA0524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9CD24B-8B76-30E4-C2F5-4F73393038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E4C4F3-9FC8-AC64-2444-92DB79C52B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E153DC7-116F-498C-AB14-CF4B90C94572}" type="datetimeFigureOut">
              <a:rPr lang="en-IN" smtClean="0"/>
              <a:t>08-09-2026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524DED-29BD-B2C9-E407-B13B976B0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AF5F46-6407-D4F0-83C7-700FF1B029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8427A60-D3F2-4719-B52D-DCC71AF58FBA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903418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bayesian-blueprints-range-predictor.vercel.app/" TargetMode="Externa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080780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584216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008248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491899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203123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378565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872145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911213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265946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827666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5E78407-1514-44B4-EE1F-C75F2A2952A4}"/>
              </a:ext>
            </a:extLst>
          </p:cNvPr>
          <p:cNvSpPr/>
          <p:nvPr/>
        </p:nvSpPr>
        <p:spPr>
          <a:xfrm>
            <a:off x="3251200" y="4297680"/>
            <a:ext cx="5689600" cy="33528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>
                  <a:solidFill>
                    <a:schemeClr val="accent1">
                      <a:lumMod val="50000"/>
                    </a:schemeClr>
                  </a:solidFill>
                </a:ln>
                <a:solidFill>
                  <a:schemeClr val="accent1">
                    <a:lumMod val="50000"/>
                  </a:schemeClr>
                </a:solidFill>
              </a:rPr>
              <a:t>Click Here to visit the </a:t>
            </a:r>
            <a:r>
              <a:rPr lang="en-US" u="sng" dirty="0">
                <a:ln>
                  <a:solidFill>
                    <a:schemeClr val="accent1">
                      <a:lumMod val="50000"/>
                    </a:schemeClr>
                  </a:solidFill>
                </a:ln>
                <a:solidFill>
                  <a:schemeClr val="accent1">
                    <a:lumMod val="50000"/>
                  </a:schemeClr>
                </a:solidFill>
                <a:hlinkClick r:id="rId3"/>
              </a:rPr>
              <a:t>LIVE Demo</a:t>
            </a:r>
            <a:endParaRPr lang="en-IN" dirty="0">
              <a:ln>
                <a:solidFill>
                  <a:schemeClr val="accent1">
                    <a:lumMod val="50000"/>
                  </a:schemeClr>
                </a:solidFill>
              </a:ln>
              <a:solidFill>
                <a:schemeClr val="accent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748273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107</TotalTime>
  <Words>7</Words>
  <Application>Microsoft Office PowerPoint</Application>
  <PresentationFormat>Widescreen</PresentationFormat>
  <Paragraphs>1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Mayank Saini</dc:creator>
  <cp:lastModifiedBy>Mayank Saini</cp:lastModifiedBy>
  <cp:revision>1</cp:revision>
  <dcterms:created xsi:type="dcterms:W3CDTF">2026-09-08T16:17:16Z</dcterms:created>
  <dcterms:modified xsi:type="dcterms:W3CDTF">2026-09-08T18:04:49Z</dcterms:modified>
</cp:coreProperties>
</file>