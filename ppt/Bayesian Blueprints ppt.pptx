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9" r:id="rId6"/>
    <p:sldId id="272" r:id="rId7"/>
    <p:sldId id="275" r:id="rId8"/>
    <p:sldId id="273" r:id="rId9"/>
    <p:sldId id="274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C7FE-570C-E458-FDB9-FD08FA64B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0AC3B-0272-6F43-D445-1109F7EB4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10C22-AC17-F10B-4519-F81B7F23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BCAF-3483-B470-1968-20EB7C37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2155-C61E-79D2-9EAB-87150F88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64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B468-6322-028D-988C-FD8A29BA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15B0-3B4D-BD84-684A-572A270B5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59C9-4F4E-9D34-A716-12E1487B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08458-BA70-F977-A3E9-E4BCD884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A6AE7-6FE4-8D47-29EA-F513BD9E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24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14D0-092F-C38A-FEC8-DEC72828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D4C97-FEE7-A342-B977-AB856882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EE98F-A7EF-31B0-D842-8FED7300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08E15-77D4-879E-7720-6AB21456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25366-A491-1FCD-2D40-13803558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48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16F3-BCA4-B9D1-FDB1-69C6C1CE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8E78-B549-4107-1C53-3B99A1E18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5DDA5-6900-A722-D969-04C48AA5A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5E949-710D-48E8-E905-EFA9E6A6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22BA6-8000-750E-E448-4A1DBEF2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67EC9-0791-DBBE-DD1C-F2FC8D23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76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2CFA-902D-19E5-E83B-B4D340F3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75EB2-5754-E195-7738-22100DA6E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A1F10-969E-A340-A110-510550710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3B133-3076-AF70-27D1-88A63CE26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27F2D-19A0-198A-232A-969DE40C3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94022-1636-0874-7248-2F21B93D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2E955-B150-084A-49C9-1CB700F2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46096-AF7A-C087-29EF-E77139CF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4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90BE-0B38-73E1-2B10-2F674832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33A3C-19E4-A508-CAC8-25160CEB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0F0DB-444F-88B4-AFEC-A7C708CC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9C818-4C91-08CD-CA94-C902F643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20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8CDCC-B0CF-6268-32A2-19F2B5CA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C8351-3C74-2E0F-2490-99096B90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43AF-43F4-328A-AD64-46AB65A9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725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2E32-CB9C-E986-1F2B-A01B8A69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4056-978F-F426-15C4-14C670B6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A676E-2A40-CA20-6462-2BB667487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3BBE5-F056-1BCC-77F7-A9B0F858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50528-0BFD-7023-8AC2-17916779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EA344-6432-0B12-EA0D-30E1D7AF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9463-E2CB-783A-8C68-6A8F5798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EA19E-6782-7E9B-833D-2A9F4DB06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A7A0A-0FA2-3E3B-996F-FE72E2F5C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07445-7023-8A36-73E5-B2C97475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90307-8AEB-0975-33A8-7A6DF99B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9EE07-09F1-08AA-DBB0-7DDFA848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10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445F-3EC8-3232-BA7B-769ED25E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14AEF-73A4-B4BE-D029-D8575031A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31352-00F9-7949-45ED-7C30BF1B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3F96D-BBD1-C9E0-7DA6-2C4F766A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B2DE-CE66-5003-C9B5-C23846CF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49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5E715-4389-BE04-320D-EDC127671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16A48-769D-01D4-54DC-0904FE70A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864F-88D1-04F9-0480-F5DB961A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E2CA8-DB5D-86DA-5B8E-D7715708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F0ED-F754-0E86-92AC-6F31C4F4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3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512C02-9EB4-D6E4-1ADB-2D00AA052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CD24B-8B76-30E4-C2F5-4F733930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4C4F3-9FC8-AC64-2444-92DB79C52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3DC7-116F-498C-AB14-CF4B90C94572}" type="datetimeFigureOut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4DED-29BD-B2C9-E407-B13B976B0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F5F46-6407-D4F0-83C7-700FF1B02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27A60-D3F2-4719-B52D-DCC71AF58FB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4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ian-blueprints-range-predictor.vercel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078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42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82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18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0862F-9B39-FAE7-5556-BD41B8796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44" y="2735841"/>
            <a:ext cx="3272725" cy="2145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608BB-D75B-3E41-5930-49A24EE0B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637" y="2735841"/>
            <a:ext cx="3272726" cy="2346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5C530B-572B-382B-8140-B5B5BC598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9" y="2735841"/>
            <a:ext cx="3638173" cy="230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6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31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856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21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12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59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76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E78407-1514-44B4-EE1F-C75F2A2952A4}"/>
              </a:ext>
            </a:extLst>
          </p:cNvPr>
          <p:cNvSpPr/>
          <p:nvPr/>
        </p:nvSpPr>
        <p:spPr>
          <a:xfrm>
            <a:off x="3251200" y="4297680"/>
            <a:ext cx="5689600" cy="3352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</a:rPr>
              <a:t>Click Here to visit the </a:t>
            </a:r>
            <a:r>
              <a:rPr lang="en-US" u="sng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hlinkClick r:id="rId3"/>
              </a:rPr>
              <a:t>LIVE Demo</a:t>
            </a:r>
            <a:endParaRPr lang="en-IN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82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Saini</dc:creator>
  <cp:lastModifiedBy>Mayank Saini</cp:lastModifiedBy>
  <cp:revision>2</cp:revision>
  <dcterms:created xsi:type="dcterms:W3CDTF">2026-09-08T16:17:16Z</dcterms:created>
  <dcterms:modified xsi:type="dcterms:W3CDTF">2026-09-09T02:39:29Z</dcterms:modified>
</cp:coreProperties>
</file>